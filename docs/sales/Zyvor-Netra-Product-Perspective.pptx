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80160"/>
            <a:ext cx="640080" cy="640080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280160" y="1417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3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 ·  DIAGNOSE  ·  CONTAIN  ·  FAIL OPEN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6517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observability and emergency control,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CNI lock-in.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02920" y="4160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 perspective for enterprises that need CNI-independent visibility, stack-deep diagnostics, and leased emergency containment — observe-first, Apache-2.0.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074920"/>
            <a:ext cx="210312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50749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eBPF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5074920"/>
            <a:ext cx="210312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50749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83480" y="5074920"/>
            <a:ext cx="210312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50749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0" y="5074920"/>
            <a:ext cx="210312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50749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LEASED ENFORCE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464040" y="5074920"/>
            <a:ext cx="210312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64040" y="50749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CILIUM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Netra product perspective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PROBLEM ENTERPRISES FACE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Clusters grow more complex.
</a:t>
            </a:r>
            <a:pPr indent="0" marL="0">
              <a:buNone/>
            </a:pPr>
            <a:r>
              <a:rPr lang="en-US" sz="28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certainty does not.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22402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2240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spots at the node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697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 dashboards miss host softnet, qdisc, and kernel drop reasons that kill packets before policy.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22402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 lock-in for visibility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2697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or mixing networks should not mean losing observability and emergency control.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22402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03920" y="2240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without a story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92440" y="2697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Counters fire; operators still cannot answer where in the stack loss is happening.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11480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 permanent denies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457200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kill-switches that never auto-revert become tomorrow's outage.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411480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0916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sprawl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457200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alerts, SIEM, ChatOps, and AI each live in a different console.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92440" y="411480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92440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0392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risk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092440" y="457200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need evidence without collecting application bodies, argv, or secrets.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network problem enterprises face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NETRA 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eBPF observability
</a:t>
            </a:r>
            <a:pPr indent="0" marL="0">
              <a:buNone/>
            </a:pPr>
            <a:r>
              <a:rPr lang="en-US" sz="3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leased emergency control.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2240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Netra's node agent owns programs under /sys/fs/bpf/netra. Cilium and Hubble are optional enrichment — never a hard dependency. Custom enforcement is time-leased and fails open to observe.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361188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9050">
            <a:solidFill>
              <a:srgbClr val="F15A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2918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84048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Flows, DNS/SNI/HTTP host metadata, topology, TCP health — metadata-only, no application payloads.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3108960"/>
            <a:ext cx="361188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9050">
            <a:solidFill>
              <a:srgbClr val="F15A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32918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384048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Path, Drop, Congestion Map, ICMP/DNS explain, and filtered packet capture with opt-in auto-PCAP.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92440" y="3108960"/>
            <a:ext cx="361188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9050">
            <a:solidFill>
              <a:srgbClr val="F15A2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32918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84048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deny (IP, CIDR, port, DNS, SNI, process, rate) behind an observe/enforce lease that auto-reverts.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Netra is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NETRA WORKS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workload to operator — one observe path.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65760" y="1920240"/>
            <a:ext cx="1783080" cy="1828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" y="25146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Pods · VMs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processes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48840" y="26974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1720" y="1920240"/>
            <a:ext cx="1783080" cy="1828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4872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eBPF hooks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04872" y="25146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cgroup skb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· sockops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TCX/XDP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0" y="26974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920240"/>
            <a:ext cx="1783080" cy="1828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0832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maps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70832" y="25146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/sys/fs/bpf/netra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owned by agent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26974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1920240"/>
            <a:ext cx="1783080" cy="1828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netra-agent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6792" y="25146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· capture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· lease sync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26974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1920240"/>
            <a:ext cx="1783080" cy="1828800"/>
          </a:xfrm>
          <a:prstGeom prst="roundRect">
            <a:avLst>
              <a:gd name="adj" fmla="val 3077"/>
            </a:avLst>
          </a:prstGeom>
          <a:solidFill>
            <a:srgbClr val="F7F7F5"/>
          </a:solidFill>
          <a:ln w="19050">
            <a:solidFill>
              <a:srgbClr val="F15A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02752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02752" y="25146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· UI ·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leader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012680" y="26974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95560" y="1920240"/>
            <a:ext cx="1783080" cy="1828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F15A2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268712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268712" y="25146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· CLI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ChatOps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4114800"/>
            <a:ext cx="530352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251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datapath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5800" y="4617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CNI-independent cgroup v2 coverage. No cilium_host required. Agent pins only Netra maps — never Cilium-owned maps.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26480" y="4114800"/>
            <a:ext cx="553212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9360" y="42519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enrichment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09360" y="461772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CiliumNetworkPolicy management and Hubble flow display when present. Enrichment only — Netra remains operational without them.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Netra works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traffic as the kernel sees it — metadata only.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1828800"/>
            <a:ext cx="2743200" cy="1965960"/>
          </a:xfrm>
          <a:prstGeom prst="roundRect">
            <a:avLst>
              <a:gd name="adj" fmla="val 2791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L2/L3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IPv4 · IPv6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· hooks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1828800"/>
            <a:ext cx="2743200" cy="1965960"/>
          </a:xfrm>
          <a:prstGeom prst="roundRect">
            <a:avLst>
              <a:gd name="adj" fmla="val 2791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24231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 · UDP · ICMP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· ports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1828800"/>
            <a:ext cx="2743200" cy="1965960"/>
          </a:xfrm>
          <a:prstGeom prst="roundRect">
            <a:avLst>
              <a:gd name="adj" fmla="val 2791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L7 meta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name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SNI · HTTP Host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0" y="1828800"/>
            <a:ext cx="2743200" cy="1965960"/>
          </a:xfrm>
          <a:prstGeom prst="roundRect">
            <a:avLst>
              <a:gd name="adj" fmla="val 2791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8116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81160" y="24231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 · Pod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 · UID · cgroup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4114800"/>
            <a:ext cx="111556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boundary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does not collect application payloads, argv/cmdline, or Secret contents. DNS is ordinary UDP/53 query names. TLS is best-effort ClientHello SNI in a single skb. HTTP is method + Host only — never bodies or paths.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surfaces. One investigation story.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182880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28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17373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latency, cwnd pressure, retransmits, edge TCP intel — workload-scoped.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05840" y="2450592"/>
            <a:ext cx="1051560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65176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651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2560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25603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kfree_skb reasons, softnet, interface and qdisc counters — where packets die.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05840" y="3273552"/>
            <a:ext cx="1051560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47472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474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584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Congestion Map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0" y="33832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Pictorial stack stages colored by severity across the cluster.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05840" y="4096512"/>
            <a:ext cx="1051560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42976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5840" y="4206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0" y="420624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rcode, ICMP MTU/unreachable, next-checks for Health findings.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05840" y="4919472"/>
            <a:ext cx="1051560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51206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" y="50292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657600" y="50292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live capture + opt-in auto-PCAP on critical signals.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CONGESTION MAP — HOW IT WORKS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loss through the Linux stack.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2011680"/>
            <a:ext cx="2103120" cy="219456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011680"/>
            <a:ext cx="2103120" cy="41148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 / driver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87752" y="297180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8920" y="2011680"/>
            <a:ext cx="2103120" cy="219456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C47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8920" y="2011680"/>
            <a:ext cx="2103120" cy="411480"/>
          </a:xfrm>
          <a:prstGeom prst="rect">
            <a:avLst/>
          </a:prstGeom>
          <a:solidFill>
            <a:srgbClr val="C47A1A"/>
          </a:solidFill>
          <a:ln w="12700">
            <a:solidFill>
              <a:srgbClr val="C47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8036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NAPI / softnet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73752" y="297180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74920" y="2011680"/>
            <a:ext cx="2103120" cy="219456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B33A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2011680"/>
            <a:ext cx="2103120" cy="411480"/>
          </a:xfrm>
          <a:prstGeom prst="rect">
            <a:avLst/>
          </a:prstGeom>
          <a:solidFill>
            <a:srgbClr val="B33A2E"/>
          </a:solidFill>
          <a:ln w="12700">
            <a:solidFill>
              <a:srgbClr val="B33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6636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qdisc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59752" y="297180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2011680"/>
            <a:ext cx="2103120" cy="219456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2F6F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60920" y="2011680"/>
            <a:ext cx="2103120" cy="411480"/>
          </a:xfrm>
          <a:prstGeom prst="rect">
            <a:avLst/>
          </a:prstGeom>
          <a:solidFill>
            <a:srgbClr val="2F6F4E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6092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236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Socket / TCP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445752" y="297180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46920" y="2011680"/>
            <a:ext cx="2103120" cy="2194560"/>
          </a:xfrm>
          <a:prstGeom prst="roundRect">
            <a:avLst>
              <a:gd name="adj" fmla="val 2609"/>
            </a:avLst>
          </a:prstGeom>
          <a:solidFill>
            <a:srgbClr val="F7F7F5"/>
          </a:solidFill>
          <a:ln w="25400">
            <a:solidFill>
              <a:srgbClr val="F15A2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46920" y="2011680"/>
            <a:ext cx="2103120" cy="411480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4692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3836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2920" y="45720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Windowed sysctl and /proc counters color each stage. Critical findings offer one-click Capture — or opt-in auto-capture writes a PCAP automatically.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never writes a sysctl. Guidance is review-only and reversible.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Map — how it works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 CAPTURE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when you need it — filtered and time-bounded.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539496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Operator-started capture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288036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8872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node(s), protocol / host / port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5204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3520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eBPF (default) or AF_PACKET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416052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8872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stream to dashboard · Wireshark decode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80060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48006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.pcap / .json / .csv · history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1783080"/>
            <a:ext cx="539496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9050">
            <a:solidFill>
              <a:srgbClr val="F15A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AUTO-CAPTURE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signal → PCAP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92240" y="288036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94944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Opt-in NETRA_AUTO_CAPTURE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92240" y="35204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49440" y="3520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Triggers: softnet≥1000, congestion critical, drop spikes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92240" y="416052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944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streams frames → classic PCAP on controller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92240" y="480060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48006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Download · notify event · cooldown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capture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— LEASED EMERGENCY CONTROL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bleed. Automatically return to observe.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659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IP / CIDR deny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SYN-drop mode)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9659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· DNS · SNI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UID · process comm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73736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659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PPS / BPS ceilings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Conn-rate per workload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0" y="173736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19659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XDP early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on selected NICs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3566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lease lifecycle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0233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4800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0" y="457200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3280" y="40233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42062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+ confirm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74720" y="4800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gate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457200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40233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15A2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2062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(leased)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55080" y="4800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Time-bounded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961120" y="457200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0" y="40233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35440" y="42062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Auto-revert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235440" y="4800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open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 — leased emergency control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production risk tolerance.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0116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011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20116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Observe-first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25603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 is never the silent default. Every custom rule rides a lease.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0560" y="20116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2011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+ risk confirm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80560" y="25603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apply stays behind plan-token and explicit confirmation.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9244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75320" y="20116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2011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686800" y="20116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open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75320" y="25603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 expiry, agent loss, controller restart, HA handoff → observe.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40690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4069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97280" y="40690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Blast-radius preview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Review-only deny preview against live counters before you apply.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29768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80560" y="40690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4069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40690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isolation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480560" y="46177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never pins over Cilium-owned BPF maps.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09244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75320" y="406908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75320" y="4069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686800" y="40690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secret harvesting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75320" y="46177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payloads, argv, or Secret contents in reports or AI context.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model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 &amp; INTEGRATE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 plane for humans and machines.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574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5603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console — Overview, Firewall, Health, Congestion Map, Capture, Insights.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20574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26280" y="25603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Webhook, email, Slack, Teams, Twilio, HTTP bridge — HA leader-only.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9244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0574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 / metrics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5603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export (JSON/CEF/syslog/OTLP), Prometheus, Grafana, optional Snowflake.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14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ChatOps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46177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&amp; Teams: status, health, ask — mode always needs confirm.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9768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114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briefs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26280" y="46177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digest / explain / draft — read-only; never flips enforce.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9244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4114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21040" y="46177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tools for AI agents; mutations gated off by default.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 &amp; integrate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DAY LOOKS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anomaly to contained incident — then safe again.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65760" y="1920240"/>
            <a:ext cx="2194560" cy="3200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21488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/ Congestion Map critical / softnet spike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42032" y="33832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7480" y="1920240"/>
            <a:ext cx="2194560" cy="3200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21488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83464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34640" y="32918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or auto-capture PCAP + path/drop context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73752" y="33832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0" y="1920240"/>
            <a:ext cx="2194560" cy="3200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97880" y="21488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788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166360" y="32918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Blast-radius preview · plan token · confirm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05472" y="33832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60920" y="1920240"/>
            <a:ext cx="2194560" cy="3200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0" y="21488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9808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498080" y="32918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Leased deny or SYN-drop on the offending scope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537192" y="3383280"/>
            <a:ext cx="320040" cy="201168"/>
          </a:xfrm>
          <a:prstGeom prst="rightArrow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92640" y="1920240"/>
            <a:ext cx="2194560" cy="3200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61320" y="2148840"/>
            <a:ext cx="292608" cy="292608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56132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82980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829800" y="32918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 ends → observe · full audit trail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a day looks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BUY NETRA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that shows up as control.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CNI-independent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6517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observability when the network stack changes or is mixed.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Fail-open by design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26280" y="26517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controls that cannot silently become permanent policy.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92440" y="17830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Stack-deep diagnostics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6517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Softnet to socket — not just CNI verdicts.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on demand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capture and auto-PCAP for critical incidents.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9768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1605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Operator-ready surface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2628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UI, CLI, alerts, SIEM, ChatOps, MCP — one product.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92440" y="384048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41605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Apache-2.0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2104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core with enterprise operational discipline.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buy Netra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92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92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658368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229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network.
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the incident.
</a:t>
            </a:r>
            <a:pPr indent="0" marL="0">
              <a:buNone/>
            </a:pPr>
            <a:r>
              <a:rPr lang="en-US" sz="3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open by default.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502920" y="3749040"/>
            <a:ext cx="502920" cy="502920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887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  ·  NETRA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" y="4663440"/>
            <a:ext cx="256032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663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SALES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4663440"/>
            <a:ext cx="256032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F15A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4663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zyvor.dev/netra →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eBPF network observability and emergency network control for Linux/Kubernetes.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6446520"/>
            <a:ext cx="111831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6537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zyvor.dev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0" y="6537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© 2026 Zyvor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875520" y="6537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Zyvor Netra Product Perspective</dc:title>
  <dc:subject>Network observability and emergency control for Linux/Kubernetes</dc:subject>
  <dc:creator>Zyvor</dc:creator>
  <cp:lastModifiedBy>Zyvor</cp:lastModifiedBy>
  <cp:revision>1</cp:revision>
  <dcterms:created xsi:type="dcterms:W3CDTF">2026-09-17T13:35:57Z</dcterms:created>
  <dcterms:modified xsi:type="dcterms:W3CDTF">2026-09-17T13:35:57Z</dcterms:modified>
</cp:coreProperties>
</file>