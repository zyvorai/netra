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F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ZYVOR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NETRA PRODUCT PERSPECTIVE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2011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  ·  DIAGNOSE  ·  CONTAIN  ·  FAIL OPEN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8C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 observability and emergency control, without CNI lock-in — now with metadata Surfaces for encrypted traffic, shadow SaaS, and fleet risk.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Standalone eBPF  ·  Kubernetes  ·  Linux  ·  Leased enforce  ·  Optional Cilium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498080" y="475488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16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84048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731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ZYVOR</a:t>
            </a:r>
            <a:pPr indent="0" marL="0">
              <a:buNone/>
            </a:pPr>
            <a:r>
              <a:rPr lang="en-US" sz="1000" dirty="0">
                <a:solidFill>
                  <a:srgbClr val="A0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NETRA PRODUCT PERSPECTIVE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network problem enterprises face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zyvor.dev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858000" y="482803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05156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F7F5F2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1887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14173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 spots at the node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16916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CNI dashboards miss softnet, qdisc, and kernel drops.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105156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F7F5F2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11887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46320" y="14173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CNI lock-in for visibility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46320" y="16916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Mixing networks should not erase observe + emergency control.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219456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F7F5F2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3317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25603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Encrypted without decrypt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28346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Buyers need JA3 / DoH / shadow SaaS — not SSL break.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09160" y="219456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F7F5F2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0" y="23317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46320" y="25603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Dangerous permanent denies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46320" y="28346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Kill-switches that never expire become tomorrow’s outage.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33756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F7F5F2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34747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2920" y="37033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sprawl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2920" y="39776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Capture, alerts, SIEM, AI each live in a different console.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709160" y="333756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F7F5F2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46320" y="34747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846320" y="37033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Payload risk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846320" y="39776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without bodies, argv, or secrets.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84048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731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ZYVOR</a:t>
            </a:r>
            <a:pPr indent="0" marL="0">
              <a:buNone/>
            </a:pPr>
            <a:r>
              <a:rPr lang="en-US" sz="1000" dirty="0">
                <a:solidFill>
                  <a:srgbClr val="A0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NETRA PRODUCT PERSPECTIVE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Netra is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zyvor.dev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858000" y="482803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Standalone eBPF observability and leased emergency control.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5760" y="141732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 agent owns programs under /sys/fs/bpf/netra. Cilium/Hubble are optional enrichment. Custom enforcement is time-leased and fails open to observe.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2148840"/>
            <a:ext cx="2743200" cy="2148840"/>
          </a:xfrm>
          <a:prstGeom prst="roundRect">
            <a:avLst>
              <a:gd name="adj" fmla="val 3404"/>
            </a:avLst>
          </a:prstGeom>
          <a:solidFill>
            <a:srgbClr val="F7F5F2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2148840"/>
            <a:ext cx="109728" cy="2148840"/>
          </a:xfrm>
          <a:prstGeom prst="rect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3317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278892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Flows, DNS/SNI/Host, JA3/JA4 samples, topology, TCP health — metadata only.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246120" y="2148840"/>
            <a:ext cx="2743200" cy="2148840"/>
          </a:xfrm>
          <a:prstGeom prst="roundRect">
            <a:avLst>
              <a:gd name="adj" fmla="val 3404"/>
            </a:avLst>
          </a:prstGeom>
          <a:solidFill>
            <a:srgbClr val="F7F5F2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46120" y="2148840"/>
            <a:ext cx="109728" cy="2148840"/>
          </a:xfrm>
          <a:prstGeom prst="rect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20440" y="23317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520440" y="278892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Path, Drop, Congestion Map, Explain, filtered capture + auto-PCAP.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126480" y="2148840"/>
            <a:ext cx="2743200" cy="2148840"/>
          </a:xfrm>
          <a:prstGeom prst="roundRect">
            <a:avLst>
              <a:gd name="adj" fmla="val 3404"/>
            </a:avLst>
          </a:prstGeom>
          <a:solidFill>
            <a:srgbClr val="F7F5F2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2148840"/>
            <a:ext cx="109728" cy="2148840"/>
          </a:xfrm>
          <a:prstGeom prst="rect">
            <a:avLst/>
          </a:prstGeom>
          <a:solidFill>
            <a:srgbClr val="F15A29"/>
          </a:solidFill>
          <a:ln w="12700">
            <a:solidFill>
              <a:srgbClr val="F15A2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23317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0" y="278892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Emergency deny/rate/Shield behind an observe→enforce lease that auto-reverts.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84048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731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ZYVOR</a:t>
            </a:r>
            <a:pPr indent="0" marL="0">
              <a:buNone/>
            </a:pPr>
            <a:r>
              <a:rPr lang="en-US" sz="1000" dirty="0">
                <a:solidFill>
                  <a:srgbClr val="A0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NETRA PRODUCT PERSPECTIVE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Netra works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zyvor.dev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858000" y="482803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0040" y="1188720"/>
            <a:ext cx="1325880" cy="1371600"/>
          </a:xfrm>
          <a:prstGeom prst="roundRect">
            <a:avLst>
              <a:gd name="adj" fmla="val 4138"/>
            </a:avLst>
          </a:prstGeom>
          <a:solidFill>
            <a:srgbClr val="F7F5F2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37160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Workloads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196596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Pods · VMs · host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554480" y="164592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15A29"/>
                </a:solidFill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783080" y="1188720"/>
            <a:ext cx="1325880" cy="1371600"/>
          </a:xfrm>
          <a:prstGeom prst="roundRect">
            <a:avLst>
              <a:gd name="adj" fmla="val 4138"/>
            </a:avLst>
          </a:prstGeom>
          <a:solidFill>
            <a:srgbClr val="F7F5F2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83080" y="137160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eBPF hooks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828800" y="196596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cgroup · sockops · TCX/XDP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17520" y="164592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15A29"/>
                </a:solidFill>
              </a:rPr>
              <a:t>→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246120" y="1188720"/>
            <a:ext cx="1325880" cy="1371600"/>
          </a:xfrm>
          <a:prstGeom prst="roundRect">
            <a:avLst>
              <a:gd name="adj" fmla="val 4138"/>
            </a:avLst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46120" y="137160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Netra maps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291840" y="196596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C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/sys/fs/bpf/netra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480560" y="164592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15A29"/>
                </a:solidFill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709160" y="1188720"/>
            <a:ext cx="1325880" cy="1371600"/>
          </a:xfrm>
          <a:prstGeom prst="roundRect">
            <a:avLst>
              <a:gd name="adj" fmla="val 4138"/>
            </a:avLst>
          </a:prstGeom>
          <a:solidFill>
            <a:srgbClr val="F7F5F2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09160" y="137160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netra-agent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754880" y="196596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· capture · lease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943600" y="164592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15A29"/>
                </a:solidFill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172200" y="1188720"/>
            <a:ext cx="1325880" cy="1371600"/>
          </a:xfrm>
          <a:prstGeom prst="roundRect">
            <a:avLst>
              <a:gd name="adj" fmla="val 4138"/>
            </a:avLst>
          </a:prstGeom>
          <a:solidFill>
            <a:srgbClr val="F7F5F2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72200" y="137160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netrad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217920" y="196596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· UI · HA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406640" y="164592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15A29"/>
                </a:solidFill>
              </a:rPr>
              <a:t>→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635240" y="1188720"/>
            <a:ext cx="1325880" cy="1371600"/>
          </a:xfrm>
          <a:prstGeom prst="roundRect">
            <a:avLst>
              <a:gd name="adj" fmla="val 4138"/>
            </a:avLst>
          </a:prstGeom>
          <a:solidFill>
            <a:srgbClr val="F7F5F2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35240" y="137160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Operators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680960" y="196596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· CLI · MCP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292608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 datapath is CNI-independent. Agent never pins over Cilium-owned maps. Surfaces boards consume the same agent metadata — no second datapath.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3657600"/>
            <a:ext cx="8412480" cy="822960"/>
          </a:xfrm>
          <a:prstGeom prst="roundRect">
            <a:avLst>
              <a:gd name="adj" fmla="val 6667"/>
            </a:avLst>
          </a:prstGeom>
          <a:solidFill>
            <a:srgbClr val="F7F5F2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2920" y="38404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boundary: no application payloads, argv/cmdline, or Secret contents. TLS is ClientHello metadata (SNI, JA3/JA4, ECH flag) — never decrypt.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84048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731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ZYVOR</a:t>
            </a:r>
            <a:pPr indent="0" marL="0">
              <a:buNone/>
            </a:pPr>
            <a:r>
              <a:rPr lang="en-US" sz="1000" dirty="0">
                <a:solidFill>
                  <a:srgbClr val="A0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NETRA PRODUCT PERSPECTIVE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Surfaces — P0–P5 observe boards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zyvor.dev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858000" y="482803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9601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console page for every metadata fit surface. Observe-only. Wired to L7, Fleet, and Report.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1371600"/>
            <a:ext cx="8412480" cy="502920"/>
          </a:xfrm>
          <a:prstGeom prst="roundRect">
            <a:avLst>
              <a:gd name="adj" fmla="val 9091"/>
            </a:avLst>
          </a:prstGeom>
          <a:solidFill>
            <a:srgbClr val="F7F5F2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4813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Encrypted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011680" y="1481328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JA3/JA4 · JA3 risk · DoT/DoH · ECH / missing SNI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1938528"/>
            <a:ext cx="8412480" cy="502920"/>
          </a:xfrm>
          <a:prstGeom prst="roundRect">
            <a:avLst>
              <a:gd name="adj" fmla="val 9091"/>
            </a:avLst>
          </a:prstGeom>
          <a:solidFill>
            <a:srgbClr val="F7F5F2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04825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011680" y="2048256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Shadow SaaS · Experience · Dest risk · ZT / microseg / packs / identity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2505456"/>
            <a:ext cx="8412480" cy="502920"/>
          </a:xfrm>
          <a:prstGeom prst="roundRect">
            <a:avLst>
              <a:gd name="adj" fmla="val 9091"/>
            </a:avLst>
          </a:prstGeom>
          <a:solidFill>
            <a:srgbClr val="F7F5F2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26151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011680" y="2615184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 feed · DNS intel · Exfil · Lateral · Category deny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3072384"/>
            <a:ext cx="8412480" cy="502920"/>
          </a:xfrm>
          <a:prstGeom prst="roundRect">
            <a:avLst>
              <a:gd name="adj" fmla="val 9091"/>
            </a:avLst>
          </a:prstGeom>
          <a:solidFill>
            <a:srgbClr val="F7F5F2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31821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011680" y="318211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categories · Compliance · AI destinations · Auto-mitigate · Prevention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65760" y="3639312"/>
            <a:ext cx="8412480" cy="502920"/>
          </a:xfrm>
          <a:prstGeom prst="roundRect">
            <a:avLst>
              <a:gd name="adj" fmla="val 9091"/>
            </a:avLst>
          </a:prstGeom>
          <a:solidFill>
            <a:srgbClr val="F7F5F2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7490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Fleet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011680" y="374904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Multi-cluster peers · Tenant risk scores (MSSP)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84048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731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ZYVOR</a:t>
            </a:r>
            <a:pPr indent="0" marL="0">
              <a:buNone/>
            </a:pPr>
            <a:r>
              <a:rPr lang="en-US" sz="1000" dirty="0">
                <a:solidFill>
                  <a:srgbClr val="A0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NETRA PRODUCT PERSPECTIVE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Encrypted traffic — without decrypt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zyvor.dev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858000" y="482803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2743200" cy="3108960"/>
          </a:xfrm>
          <a:prstGeom prst="roundRect">
            <a:avLst>
              <a:gd name="adj" fmla="val 2667"/>
            </a:avLst>
          </a:prstGeom>
          <a:solidFill>
            <a:srgbClr val="F7F5F2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2801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16916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Always-on JA3/JA4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23317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Standalone bpf/netra_tlsfp.c samples ClientHello (rate-limited). Own verifier budget vs L7. Capture still feeds the same parser.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46120" y="1097280"/>
            <a:ext cx="2743200" cy="3108960"/>
          </a:xfrm>
          <a:prstGeom prst="roundRect">
            <a:avLst>
              <a:gd name="adj" fmla="val 2667"/>
            </a:avLst>
          </a:prstGeom>
          <a:solidFill>
            <a:srgbClr val="F7F5F2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29000" y="12801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29000" y="16916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 / DoH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23317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 853 for DoT; known DoH hosts via SNI / HTTP Host / DNS — no payload open.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26480" y="1097280"/>
            <a:ext cx="2743200" cy="3108960"/>
          </a:xfrm>
          <a:prstGeom prst="roundRect">
            <a:avLst>
              <a:gd name="adj" fmla="val 2667"/>
            </a:avLst>
          </a:prstGeom>
          <a:solidFill>
            <a:srgbClr val="F7F5F2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09360" y="12801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09360" y="16916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&amp; ECH boards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309360" y="23317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Rare JA3, missing SNI, ECH extension 0xfe0d, and CDN blindness — where hostname visibility is weak.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84048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731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ZYVOR</a:t>
            </a:r>
            <a:pPr indent="0" marL="0">
              <a:buNone/>
            </a:pPr>
            <a:r>
              <a:rPr lang="en-US" sz="1000" dirty="0">
                <a:solidFill>
                  <a:srgbClr val="A0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NETRA PRODUCT PERSPECTIVE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 maps buyers ask for (metadata only)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zyvor.dev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858000" y="482803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Shadow SaaS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291840" y="105156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Sanctioned host allow-list vs observed SNI/Host/DNS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490472"/>
            <a:ext cx="8229600" cy="13716"/>
          </a:xfrm>
          <a:prstGeom prst="rect">
            <a:avLst/>
          </a:prstGeom>
          <a:solidFill>
            <a:srgbClr val="E7E6E6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58191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Workload DX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291840" y="1581912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Latency / retrans / DNS fail scorecard — no endpoint agent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020824"/>
            <a:ext cx="8229600" cy="13716"/>
          </a:xfrm>
          <a:prstGeom prst="rect">
            <a:avLst/>
          </a:prstGeom>
          <a:solidFill>
            <a:srgbClr val="E7E6E6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112264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Destination risk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91840" y="2112264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 + categories + DoH/DoT + exposure + volume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2551176"/>
            <a:ext cx="8229600" cy="13716"/>
          </a:xfrm>
          <a:prstGeom prst="rect">
            <a:avLst/>
          </a:prstGeom>
          <a:solidFill>
            <a:srgbClr val="E7E6E6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642616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/ identity drafts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291840" y="2642616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Review-only CNP / SA-keyed sketches — never auto-applied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081528"/>
            <a:ext cx="8229600" cy="13716"/>
          </a:xfrm>
          <a:prstGeom prst="rect">
            <a:avLst/>
          </a:prstGeom>
          <a:solidFill>
            <a:srgbClr val="E7E6E6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17296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 intel + AI dest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291840" y="3172968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feed hits; GenAI/MCP SaaS catalog; optional leased deny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3611880"/>
            <a:ext cx="8229600" cy="13716"/>
          </a:xfrm>
          <a:prstGeom prst="rect">
            <a:avLst/>
          </a:prstGeom>
          <a:solidFill>
            <a:srgbClr val="E7E6E6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7033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Fleet tenants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291840" y="370332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MSSP partner rollups with RiskScore across peers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4142232"/>
            <a:ext cx="8229600" cy="13716"/>
          </a:xfrm>
          <a:prstGeom prst="rect">
            <a:avLst/>
          </a:prstGeom>
          <a:solidFill>
            <a:srgbClr val="E7E6E6"/>
          </a:solidFill>
          <a:ln w="12700">
            <a:solidFill>
              <a:srgbClr val="E7E6E6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84048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731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ZYVOR</a:t>
            </a:r>
            <a:pPr indent="0" marL="0">
              <a:buNone/>
            </a:pPr>
            <a:r>
              <a:rPr lang="en-US" sz="1000" dirty="0">
                <a:solidFill>
                  <a:srgbClr val="A0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NETRA PRODUCT PERSPECTIVE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 — metadata the kernel already sees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zyvor.dev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858000" y="482803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188720"/>
            <a:ext cx="2011680" cy="1645920"/>
          </a:xfrm>
          <a:prstGeom prst="roundRect">
            <a:avLst>
              <a:gd name="adj" fmla="val 4444"/>
            </a:avLst>
          </a:prstGeom>
          <a:solidFill>
            <a:srgbClr val="F7F5F2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417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L2/L3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19659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IPv4 · IPv6 · direction · hooks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14600" y="1188720"/>
            <a:ext cx="2011680" cy="1645920"/>
          </a:xfrm>
          <a:prstGeom prst="roundRect">
            <a:avLst>
              <a:gd name="adj" fmla="val 4444"/>
            </a:avLst>
          </a:prstGeom>
          <a:solidFill>
            <a:srgbClr val="F7F5F2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51760" y="1417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651760" y="19659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TCP · UDP · ICMP · flags · ports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1188720"/>
            <a:ext cx="2011680" cy="1645920"/>
          </a:xfrm>
          <a:prstGeom prst="roundRect">
            <a:avLst>
              <a:gd name="adj" fmla="val 4444"/>
            </a:avLst>
          </a:prstGeom>
          <a:solidFill>
            <a:srgbClr val="F7F5F2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1417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L7 meta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00600" y="19659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DNS · SNI · HTTP Host · JA3/JA4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12280" y="1188720"/>
            <a:ext cx="2011680" cy="1645920"/>
          </a:xfrm>
          <a:prstGeom prst="roundRect">
            <a:avLst>
              <a:gd name="adj" fmla="val 4444"/>
            </a:avLst>
          </a:prstGeom>
          <a:solidFill>
            <a:srgbClr val="F7F5F2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49440" y="1417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949440" y="19659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 · Pod · comm · UID · cgroup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5760" y="32004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boundary: no application payloads, argv, or Secrets. HTTP is method + Host only — never bodies or paths.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84048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731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ZYVOR</a:t>
            </a:r>
            <a:pPr indent="0" marL="0">
              <a:buNone/>
            </a:pPr>
            <a:r>
              <a:rPr lang="en-US" sz="1000" dirty="0">
                <a:solidFill>
                  <a:srgbClr val="A0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NETRA PRODUCT PERSPECTIVE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Diagnose — five surfaces, one investigation story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zyvor.dev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858000" y="482803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11480" y="1097280"/>
            <a:ext cx="411480" cy="411480"/>
          </a:xfrm>
          <a:prstGeom prst="ellipse">
            <a:avLst/>
          </a:prstGeom>
          <a:solidFill>
            <a:srgbClr val="F15A29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161288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1051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383280" y="105156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latency, cwnd, retransmits, edge TCP intel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11480" y="1737360"/>
            <a:ext cx="411480" cy="411480"/>
          </a:xfrm>
          <a:prstGeom prst="ellipse">
            <a:avLst/>
          </a:prstGeom>
          <a:solidFill>
            <a:srgbClr val="F15A29"/>
          </a:solidFill>
          <a:ln/>
        </p:spPr>
      </p:sp>
      <p:sp>
        <p:nvSpPr>
          <p:cNvPr id="12" name="Text 10"/>
          <p:cNvSpPr/>
          <p:nvPr/>
        </p:nvSpPr>
        <p:spPr>
          <a:xfrm>
            <a:off x="411480" y="1801368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51560" y="16916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383280" y="16916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kfree_skb reasons, softnet, qdisc — where packets die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11480" y="2377440"/>
            <a:ext cx="411480" cy="411480"/>
          </a:xfrm>
          <a:prstGeom prst="ellipse">
            <a:avLst/>
          </a:prstGeom>
          <a:solidFill>
            <a:srgbClr val="F15A29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441448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51560" y="23317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Congestion Map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383280" y="233172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stages colored by severity across the cluster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11480" y="3017520"/>
            <a:ext cx="411480" cy="411480"/>
          </a:xfrm>
          <a:prstGeom prst="ellipse">
            <a:avLst/>
          </a:prstGeom>
          <a:solidFill>
            <a:srgbClr val="F15A29"/>
          </a:solidFill>
          <a:ln/>
        </p:spPr>
      </p:sp>
      <p:sp>
        <p:nvSpPr>
          <p:cNvPr id="20" name="Text 18"/>
          <p:cNvSpPr/>
          <p:nvPr/>
        </p:nvSpPr>
        <p:spPr>
          <a:xfrm>
            <a:off x="411480" y="3081528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51560" y="2971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383280" y="29718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DNS rcode, ICMP MTU/unreachable, next-checks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11480" y="3657600"/>
            <a:ext cx="411480" cy="411480"/>
          </a:xfrm>
          <a:prstGeom prst="ellipse">
            <a:avLst/>
          </a:prstGeom>
          <a:solidFill>
            <a:srgbClr val="F15A29"/>
          </a:solidFill>
          <a:ln/>
        </p:spPr>
      </p:sp>
      <p:sp>
        <p:nvSpPr>
          <p:cNvPr id="24" name="Text 22"/>
          <p:cNvSpPr/>
          <p:nvPr/>
        </p:nvSpPr>
        <p:spPr>
          <a:xfrm>
            <a:off x="411480" y="3721608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51560" y="3611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383280" y="361188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Filtered live capture + opt-in auto-PCAP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84048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731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ZYVOR</a:t>
            </a:r>
            <a:pPr indent="0" marL="0">
              <a:buNone/>
            </a:pPr>
            <a:r>
              <a:rPr lang="en-US" sz="1000" dirty="0">
                <a:solidFill>
                  <a:srgbClr val="A0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NETRA PRODUCT PERSPECTIVE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 — leased emergency control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zyvor.dev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858000" y="482803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1005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the bleed. Automatically return to observe.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4630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</a:t>
            </a:r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 IP / CIDR deny (+ SYN-drop)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</a:t>
            </a:r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 · DNS · SNI · UID · process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22860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</a:t>
            </a:r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PPS / BPS ceilings · conn-rate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26974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</a:t>
            </a:r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XDP Shield on selected NICs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937760" y="1463040"/>
            <a:ext cx="3749040" cy="502920"/>
          </a:xfrm>
          <a:prstGeom prst="roundRect">
            <a:avLst>
              <a:gd name="adj" fmla="val 10909"/>
            </a:avLst>
          </a:prstGeom>
          <a:solidFill>
            <a:srgbClr val="F7F5F2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74920" y="157276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Observe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937760" y="2103120"/>
            <a:ext cx="3749040" cy="502920"/>
          </a:xfrm>
          <a:prstGeom prst="roundRect">
            <a:avLst>
              <a:gd name="adj" fmla="val 10909"/>
            </a:avLst>
          </a:prstGeom>
          <a:solidFill>
            <a:srgbClr val="F7F5F2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74920" y="221284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Plan + confirm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937760" y="2743200"/>
            <a:ext cx="3749040" cy="502920"/>
          </a:xfrm>
          <a:prstGeom prst="roundRect">
            <a:avLst>
              <a:gd name="adj" fmla="val 10909"/>
            </a:avLst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74920" y="285292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Enforce (leased)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937760" y="3383280"/>
            <a:ext cx="3749040" cy="502920"/>
          </a:xfrm>
          <a:prstGeom prst="roundRect">
            <a:avLst>
              <a:gd name="adj" fmla="val 10909"/>
            </a:avLst>
          </a:prstGeom>
          <a:solidFill>
            <a:srgbClr val="F7F5F2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74920" y="349300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Auto-revert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84048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731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ZYVOR</a:t>
            </a:r>
            <a:pPr indent="0" marL="0">
              <a:buNone/>
            </a:pPr>
            <a:r>
              <a:rPr lang="en-US" sz="1000" dirty="0">
                <a:solidFill>
                  <a:srgbClr val="A0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NETRA PRODUCT PERSPECTIVE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model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zyvor.dev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858000" y="482803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4114800" cy="960120"/>
          </a:xfrm>
          <a:prstGeom prst="roundRect">
            <a:avLst>
              <a:gd name="adj" fmla="val 7619"/>
            </a:avLst>
          </a:prstGeom>
          <a:solidFill>
            <a:srgbClr val="F7F5F2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2801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Observe-first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6002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Enforcement is never the silent default.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09160" y="1097280"/>
            <a:ext cx="4114800" cy="960120"/>
          </a:xfrm>
          <a:prstGeom prst="roundRect">
            <a:avLst>
              <a:gd name="adj" fmla="val 7619"/>
            </a:avLst>
          </a:prstGeom>
          <a:solidFill>
            <a:srgbClr val="F7F5F2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92040" y="12801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+ risk confirm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92040" y="16002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apply stays behind plan-token and confirmation.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2194560"/>
            <a:ext cx="4114800" cy="960120"/>
          </a:xfrm>
          <a:prstGeom prst="roundRect">
            <a:avLst>
              <a:gd name="adj" fmla="val 7619"/>
            </a:avLst>
          </a:prstGeom>
          <a:solidFill>
            <a:srgbClr val="F7F5F2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3774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 open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2697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Lease expiry, agent loss, restart, HA handoff → observe.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09160" y="2194560"/>
            <a:ext cx="4114800" cy="960120"/>
          </a:xfrm>
          <a:prstGeom prst="roundRect">
            <a:avLst>
              <a:gd name="adj" fmla="val 7619"/>
            </a:avLst>
          </a:prstGeom>
          <a:solidFill>
            <a:srgbClr val="F7F5F2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92040" y="23774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Blast-radius preview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892040" y="2697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Review-only deny preview against live counters.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3291840"/>
            <a:ext cx="4114800" cy="960120"/>
          </a:xfrm>
          <a:prstGeom prst="roundRect">
            <a:avLst>
              <a:gd name="adj" fmla="val 7619"/>
            </a:avLst>
          </a:prstGeom>
          <a:solidFill>
            <a:srgbClr val="F7F5F2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3474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isolation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37947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pins over Cilium-owned BPF maps.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709160" y="3291840"/>
            <a:ext cx="4114800" cy="960120"/>
          </a:xfrm>
          <a:prstGeom prst="roundRect">
            <a:avLst>
              <a:gd name="adj" fmla="val 7619"/>
            </a:avLst>
          </a:prstGeom>
          <a:solidFill>
            <a:srgbClr val="F7F5F2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92040" y="3474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secret harvesting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892040" y="37947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payloads, argv, or Secrets in reports or AI.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84048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731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ZYVOR</a:t>
            </a:r>
            <a:pPr indent="0" marL="0">
              <a:buNone/>
            </a:pPr>
            <a:r>
              <a:rPr lang="en-US" sz="1000" dirty="0">
                <a:solidFill>
                  <a:srgbClr val="A0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NETRA PRODUCT PERSPECTIVE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Operate &amp; integrate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zyvor.dev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858000" y="482803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14300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7F5F2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371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7830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Overview, Surfaces, Firewall, Health, Congestion, Capture, Insights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14300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7F5F2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29000" y="1371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17830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Webhook, email, Slack, Teams, Twilio — HA leader-only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26480" y="114300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7F5F2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9360" y="1371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SIEM / metrics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09360" y="17830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JSON/CEF/syslog/OTLP pull, Prometheus, optional Snowflake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2697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7F5F2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ChatOps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33375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Slack &amp; Teams: status, health, ask — mode needs confirm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246120" y="2697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7F5F2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2900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briefs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429000" y="33375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/ digest / explain / draft — read-only; never flips enforce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26480" y="2697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7F5F2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0936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309360" y="33375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for AI agents; mutations gated off by default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84048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731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ZYVOR</a:t>
            </a:r>
            <a:pPr indent="0" marL="0">
              <a:buNone/>
            </a:pPr>
            <a:r>
              <a:rPr lang="en-US" sz="1000" dirty="0">
                <a:solidFill>
                  <a:srgbClr val="A0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NETRA PRODUCT PERSPECTIVE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 day looks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zyvor.dev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858000" y="482803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0040" y="1371600"/>
            <a:ext cx="1600200" cy="2377440"/>
          </a:xfrm>
          <a:prstGeom prst="roundRect">
            <a:avLst>
              <a:gd name="adj" fmla="val 4571"/>
            </a:avLst>
          </a:prstGeom>
          <a:solidFill>
            <a:srgbClr val="F7F5F2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55448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" y="196596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11480" y="2468880"/>
            <a:ext cx="1417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/ Congestion critical / intel hit / rare JA3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057400" y="1371600"/>
            <a:ext cx="1600200" cy="2377440"/>
          </a:xfrm>
          <a:prstGeom prst="roundRect">
            <a:avLst>
              <a:gd name="adj" fmla="val 4571"/>
            </a:avLst>
          </a:prstGeom>
          <a:solidFill>
            <a:srgbClr val="F7F5F2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48840" y="155448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148840" y="196596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148840" y="2468880"/>
            <a:ext cx="1417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Surfaces board · live or auto-capture PCAP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794760" y="1371600"/>
            <a:ext cx="1600200" cy="2377440"/>
          </a:xfrm>
          <a:prstGeom prst="roundRect">
            <a:avLst>
              <a:gd name="adj" fmla="val 4571"/>
            </a:avLst>
          </a:prstGeom>
          <a:solidFill>
            <a:srgbClr val="F7F5F2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200" y="155448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886200" y="196596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886200" y="2468880"/>
            <a:ext cx="1417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Blast-radius preview · plan token · confirm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532120" y="1371600"/>
            <a:ext cx="1600200" cy="2377440"/>
          </a:xfrm>
          <a:prstGeom prst="roundRect">
            <a:avLst>
              <a:gd name="adj" fmla="val 4571"/>
            </a:avLst>
          </a:prstGeom>
          <a:solidFill>
            <a:srgbClr val="F7F5F2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23560" y="155448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623560" y="196596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623560" y="2468880"/>
            <a:ext cx="1417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Leased deny / rate / SYN-drop on the scope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269480" y="1371600"/>
            <a:ext cx="1600200" cy="2377440"/>
          </a:xfrm>
          <a:prstGeom prst="roundRect">
            <a:avLst>
              <a:gd name="adj" fmla="val 4571"/>
            </a:avLst>
          </a:prstGeom>
          <a:solidFill>
            <a:srgbClr val="F7F5F2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60920" y="155448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60920" y="196596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Revert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360920" y="2468880"/>
            <a:ext cx="1417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Lease ends → observe · full audit trail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84048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731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ZYVOR</a:t>
            </a:r>
            <a:pPr indent="0" marL="0">
              <a:buNone/>
            </a:pPr>
            <a:r>
              <a:rPr lang="en-US" sz="1000" dirty="0">
                <a:solidFill>
                  <a:srgbClr val="A0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NETRA PRODUCT PERSPECTIVE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buy Netra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zyvor.dev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858000" y="482803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14300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7F5F2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CNI-independent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observability when the stack changes or is mixed.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14300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7F5F2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Fail-open by design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Emergency controls that cannot silently become permanent.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26480" y="114300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7F5F2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9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Encrypted-traffic intel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0936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JA3/JA4 + DoH/DoT + ECH boards — no SSL inspection.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2697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7F5F2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29718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Stack-deep diagnostics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3429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Softnet to socket — not just CNI verdicts.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246120" y="2697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7F5F2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29000" y="29718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Surfaces for SecOps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429000" y="3429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Shadow SaaS, dest risk, intel, fleet tenants in one UI.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26480" y="2697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7F5F2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09360" y="29718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Apache-2.0 core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309360" y="3429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source with enterprise operational discipline.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84048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731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ZYVOR</a:t>
            </a:r>
            <a:pPr indent="0" marL="0">
              <a:buNone/>
            </a:pPr>
            <a:r>
              <a:rPr lang="en-US" sz="1000" dirty="0">
                <a:solidFill>
                  <a:srgbClr val="A0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NETRA PRODUCT PERSPECTIVE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Suite placement — Netra &amp; PacketWolf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zyvor.dev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858000" y="482803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10058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Suite counterparts, not a wired pipeline. No control-plane sync today.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1463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0" y="1463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Netra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035040" y="1463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PacketWolf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760" y="19202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00400" y="19202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 + diagnostics + leased emergency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35040" y="19202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 + AutoPolicy + healer depth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5760" y="24688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CNI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200400" y="24688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 required (Cilium optional)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35040" y="24688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Cilium-first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65760" y="30175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0400" y="30175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drafts; enforce time-leased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035040" y="30175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Durable Cilium policy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65760" y="35661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200400" y="35661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Owns /sys/fs/bpf/netra only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035040" y="35661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with Cilium datapath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F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1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network.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 the incident.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 open by default.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Buyers guide · docs/sales/buyers-guide.md   ·   zyvor.dev/netra   ·   sales@zyvor.dev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46634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A73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Zyvor  ·  16 / 16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Netra Product Perspective</dc:title>
  <dc:subject>Observe · Diagnose · Contain · Fail open</dc:subject>
  <dc:creator>Zyvor</dc:creator>
  <cp:lastModifiedBy>Zyvor</cp:lastModifiedBy>
  <cp:revision>1</cp:revision>
  <dcterms:created xsi:type="dcterms:W3CDTF">2026-09-17T16:37:32Z</dcterms:created>
  <dcterms:modified xsi:type="dcterms:W3CDTF">2026-09-17T16:37:32Z</dcterms:modified>
</cp:coreProperties>
</file>